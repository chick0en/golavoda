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65" d="100"/>
          <a:sy n="65" d="100"/>
        </p:scale>
        <p:origin x="64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52243-125E-3E8A-5563-452CF2CFA3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BE49CA-4FA2-0C2A-34B5-FAE8C3BD22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EAF181-C63B-8343-00E5-C0263650D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35AF1-3AF9-4DF8-862C-ED5F9FB6A639}" type="datetimeFigureOut">
              <a:rPr lang="en-NL" smtClean="0"/>
              <a:t>08/06/2026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BB596-3019-D3AC-FBD0-37F21C25DC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B32B6E-FC61-0EE7-10FD-CCEF332BB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7A9B4-D8C1-448F-A8FA-EAB2581E700F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71000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DACC3-404A-FD63-D732-AE85E1715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623C69-2712-58D6-BC33-1BFDEFF6F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5946A-BDCE-B74D-B27A-763886C80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35AF1-3AF9-4DF8-862C-ED5F9FB6A639}" type="datetimeFigureOut">
              <a:rPr lang="en-NL" smtClean="0"/>
              <a:t>08/06/2026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661D19-32BE-6479-30A9-0376A63E3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407C53-DF39-D075-9E95-49C011794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7A9B4-D8C1-448F-A8FA-EAB2581E700F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20347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CAFE9-A199-BB28-6D5B-24303144F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EC2631-12E4-A062-A406-348218C92E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FFB82B-9FAB-41CA-C8F1-DBB09ED52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35AF1-3AF9-4DF8-862C-ED5F9FB6A639}" type="datetimeFigureOut">
              <a:rPr lang="en-NL" smtClean="0"/>
              <a:t>08/06/2026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630F5F-5EA4-C609-744B-EE05A40F10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5B6DFF-E120-C1C9-3855-B82EA750D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7A9B4-D8C1-448F-A8FA-EAB2581E700F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79282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5D42C-93A0-EFAC-8905-90FB8F968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9E374C-573C-B78A-BF3B-41CF09D0CF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477100-7336-C732-4744-CBF48BC78D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057AFF-0594-17C3-8E83-C3F21E10E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35AF1-3AF9-4DF8-862C-ED5F9FB6A639}" type="datetimeFigureOut">
              <a:rPr lang="en-NL" smtClean="0"/>
              <a:t>08/06/2026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15C758-513E-C2C9-1247-4B889CB6E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F9D4C5-27BF-9054-E43B-DAF745C48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7A9B4-D8C1-448F-A8FA-EAB2581E700F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817127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330FC-39D4-ADCB-12DA-D992F4F53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806966-B102-2017-D6CA-0DA9DD07E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65BAEC-8B60-8E3A-888B-0A585ACA4A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250BB9-29C6-CD01-0792-BB278B7EF4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F2F002-DD24-A5C8-9015-FD941BA78E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4D79B8-3F09-68FA-8D31-655D94A6C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35AF1-3AF9-4DF8-862C-ED5F9FB6A639}" type="datetimeFigureOut">
              <a:rPr lang="en-NL" smtClean="0"/>
              <a:t>08/06/2026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DBB709-ED61-47D9-993A-AA4095643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AAC59B-E0EB-05C2-6699-F0D36FEDE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7A9B4-D8C1-448F-A8FA-EAB2581E700F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35470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265DD7-AED4-0185-CB1F-55BE2D3B8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EEEF28-D682-8C62-7E03-38D1A9BDA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35AF1-3AF9-4DF8-862C-ED5F9FB6A639}" type="datetimeFigureOut">
              <a:rPr lang="en-NL" smtClean="0"/>
              <a:t>08/06/2026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C8B907-E5A4-4E84-E930-6C3CE8B52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61AA68-AEC1-CA47-BB69-740AAC214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7A9B4-D8C1-448F-A8FA-EAB2581E700F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4923477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12A045-1D45-7480-604D-F77420333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35AF1-3AF9-4DF8-862C-ED5F9FB6A639}" type="datetimeFigureOut">
              <a:rPr lang="en-NL" smtClean="0"/>
              <a:t>08/06/2026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DB40573-04EF-7433-BE34-EAEE043BC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92DD09-0114-EB7C-C559-8BBE0A267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7A9B4-D8C1-448F-A8FA-EAB2581E700F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850598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45D72-0BC8-5A27-BDA2-F63121EA07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2C320B-6A51-DB79-974F-9D9CC23576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E0301B-4F78-4175-9C0E-C259DC7867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093C31-D4F8-65F7-1A7F-4C85FF3C8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35AF1-3AF9-4DF8-862C-ED5F9FB6A639}" type="datetimeFigureOut">
              <a:rPr lang="en-NL" smtClean="0"/>
              <a:t>08/06/2026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959A47-14DB-CC44-D5DF-A74D66747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A1D6ED-8B78-BD2B-CD43-395E1A631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7A9B4-D8C1-448F-A8FA-EAB2581E700F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887111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2766C-F216-0B87-7D61-E5C47BB5A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65928-F94E-4AD0-11E3-07FEDE9F18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4025EF-DFA9-7CEC-0DB7-C125DDC3B2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A8A7A8-B19C-8DA1-B862-A11F0E25D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35AF1-3AF9-4DF8-862C-ED5F9FB6A639}" type="datetimeFigureOut">
              <a:rPr lang="en-NL" smtClean="0"/>
              <a:t>08/06/2026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8DFACD-EA19-759A-1FCD-E35D31D49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3F9150-F011-1EA4-0C34-AEF55EAC0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7A9B4-D8C1-448F-A8FA-EAB2581E700F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15528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284DE-C366-5ABC-2DC5-3259D2AE2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EA8388-D552-439E-F1A2-9C332EE9D9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D1F50E-B3F4-168D-4695-800BD6485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35AF1-3AF9-4DF8-862C-ED5F9FB6A639}" type="datetimeFigureOut">
              <a:rPr lang="en-NL" smtClean="0"/>
              <a:t>08/06/2026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75F0D-FB0C-C909-6B53-1600D0389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8E6CA4-050A-BE0D-6A71-CDD8D295D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7A9B4-D8C1-448F-A8FA-EAB2581E700F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39019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C456D7-9B8A-24A9-188D-B2F883BCDC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1611B0-B140-8A8B-DB70-C799E48720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E37D54-7163-54AC-A470-43ABEE66A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35AF1-3AF9-4DF8-862C-ED5F9FB6A639}" type="datetimeFigureOut">
              <a:rPr lang="en-NL" smtClean="0"/>
              <a:t>08/06/2026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25FF53-0AD3-A0B1-944A-B9BB9A9AA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7E91B9-C724-2559-8E7C-FBB41503A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7A9B4-D8C1-448F-A8FA-EAB2581E700F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1015433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8BAA8D-1446-6549-668A-C9E5D66F8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98EE95-DC74-F275-F30F-D12DF946DE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6845C1-2643-4A02-4EA8-606D0B2124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E35AF1-3AF9-4DF8-862C-ED5F9FB6A639}" type="datetimeFigureOut">
              <a:rPr lang="en-NL" smtClean="0"/>
              <a:t>08/06/2026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8CB93-36CC-573A-953B-C896C5C30D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BE90CF-9D8F-5407-72B5-385DF7CF8E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67A9B4-D8C1-448F-A8FA-EAB2581E700F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87009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56DD6-B166-3BC3-C3F4-7582DF539D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Lingo game</a:t>
            </a:r>
            <a:endParaRPr lang="en-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F379F9-4D64-1B98-1644-063918E5CB3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Ali Ibryamov, Ilija Filipovic, Aleksandar Manov, </a:t>
            </a:r>
            <a:r>
              <a:rPr lang="en-US" dirty="0" err="1"/>
              <a:t>Qijin</a:t>
            </a:r>
            <a:r>
              <a:rPr lang="en-US" dirty="0"/>
              <a:t> Bai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4277456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A1D65-7C6A-E78D-D0AD-7B2B9E754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CD4303-3430-D4D8-D704-399F96B4B2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this project, HTML is used to:</a:t>
            </a:r>
          </a:p>
          <a:p>
            <a:r>
              <a:rPr lang="en-US" dirty="0"/>
              <a:t>Create the title of the game</a:t>
            </a:r>
          </a:p>
          <a:p>
            <a:r>
              <a:rPr lang="en-US" dirty="0"/>
              <a:t>Create the game board container</a:t>
            </a:r>
          </a:p>
          <a:p>
            <a:r>
              <a:rPr lang="en-US" dirty="0"/>
              <a:t>Link CSS and JavaScript files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creates the area where the game grid is displayed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62BB52-F56C-96B6-E6CF-2F4A0DF9B8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4671" y="4060840"/>
            <a:ext cx="4158737" cy="1142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03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BD9CD-E3C7-9C59-A044-A37668E94E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Elements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674405-7299-24E5-00A4-E2B8D0F600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Building blocks of the webpage, for example:</a:t>
            </a:r>
          </a:p>
          <a:p>
            <a:r>
              <a:rPr lang="en-US" dirty="0"/>
              <a:t>&lt;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div</a:t>
            </a:r>
            <a:r>
              <a:rPr lang="en-US" dirty="0"/>
              <a:t>&gt; - container for grouping content</a:t>
            </a:r>
          </a:p>
          <a:p>
            <a:r>
              <a:rPr lang="en-US" dirty="0"/>
              <a:t>&lt;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button</a:t>
            </a:r>
            <a:r>
              <a:rPr lang="en-US" dirty="0"/>
              <a:t>&gt; - clickable action</a:t>
            </a:r>
          </a:p>
          <a:p>
            <a:r>
              <a:rPr lang="en-US" dirty="0"/>
              <a:t>&lt;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span</a:t>
            </a:r>
            <a:r>
              <a:rPr lang="en-US" dirty="0"/>
              <a:t>&gt; - small inline content</a:t>
            </a:r>
          </a:p>
          <a:p>
            <a:r>
              <a:rPr lang="en-US" dirty="0"/>
              <a:t>&lt;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input</a:t>
            </a:r>
            <a:r>
              <a:rPr lang="en-US" dirty="0"/>
              <a:t>&gt; - user text input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Each letter box in the game is a &lt;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div</a:t>
            </a:r>
            <a:r>
              <a:rPr lang="en-US" dirty="0"/>
              <a:t>&gt; element created using JavaScript.</a:t>
            </a:r>
          </a:p>
        </p:txBody>
      </p:sp>
    </p:spTree>
    <p:extLst>
      <p:ext uri="{BB962C8B-B14F-4D97-AF65-F5344CB8AC3E}">
        <p14:creationId xmlns:p14="http://schemas.microsoft.com/office/powerpoint/2010/main" val="1341019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8C239-7057-E08C-AA89-ADC18CA8D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JavaScript + CSS with HTML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D4545-7EBC-42F2-212A-EA3A9BF85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CSS is linked in the HTML &lt;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head</a:t>
            </a:r>
            <a:r>
              <a:rPr lang="en-US" dirty="0"/>
              <a:t>&gt;:</a:t>
            </a:r>
          </a:p>
          <a:p>
            <a:r>
              <a:rPr lang="en-US" dirty="0"/>
              <a:t>Mainly used for color feedback</a:t>
            </a:r>
          </a:p>
          <a:p>
            <a:pPr marL="0" indent="0">
              <a:buNone/>
            </a:pPr>
            <a:r>
              <a:rPr lang="en-US" dirty="0"/>
              <a:t>and size/alignment of boxes.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JavaScript connects using: </a:t>
            </a:r>
          </a:p>
          <a:p>
            <a:r>
              <a:rPr lang="en-US" dirty="0"/>
              <a:t>Changes and modifies the</a:t>
            </a:r>
          </a:p>
          <a:p>
            <a:pPr marL="0" indent="0">
              <a:buNone/>
            </a:pPr>
            <a:r>
              <a:rPr lang="en-US" dirty="0"/>
              <a:t>website dynamically.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4F90C8-FD4F-E580-2843-DFC050B021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8435" y="1912766"/>
            <a:ext cx="5764926" cy="12200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1FDBDBD-8CC1-FC9F-6BCD-91D56029EE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29" y="3725146"/>
            <a:ext cx="5725277" cy="8712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48CA869-D25F-2BAC-CEF3-8A293B5896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3868" y="5032376"/>
            <a:ext cx="5517838" cy="871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2243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0F7CD-895E-72D4-2590-8EB65D209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JavaScript functions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179CCB-3DFB-157C-A8A6-A700375DE7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Functions are segments of reusable code that perform specific tasks. In this case, they control the game logic.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>
                <a:solidFill>
                  <a:schemeClr val="accent5">
                    <a:lumMod val="60000"/>
                    <a:lumOff val="40000"/>
                  </a:schemeClr>
                </a:solidFill>
              </a:rPr>
              <a:t>startGame</a:t>
            </a:r>
            <a:r>
              <a:rPr lang="en-US" dirty="0">
                <a:solidFill>
                  <a:srgbClr val="FFC000"/>
                </a:solidFill>
              </a:rPr>
              <a:t>()</a:t>
            </a:r>
            <a:r>
              <a:rPr lang="en-US" dirty="0"/>
              <a:t> – sets up a new game</a:t>
            </a:r>
          </a:p>
          <a:p>
            <a:r>
              <a:rPr lang="en-US" dirty="0"/>
              <a:t> </a:t>
            </a:r>
            <a:r>
              <a:rPr lang="en-US" dirty="0" err="1">
                <a:solidFill>
                  <a:schemeClr val="accent5">
                    <a:lumMod val="60000"/>
                    <a:lumOff val="40000"/>
                  </a:schemeClr>
                </a:solidFill>
              </a:rPr>
              <a:t>evaluateGuess</a:t>
            </a:r>
            <a:r>
              <a:rPr lang="en-US" dirty="0">
                <a:solidFill>
                  <a:srgbClr val="FFC000"/>
                </a:solidFill>
              </a:rPr>
              <a:t>()</a:t>
            </a:r>
            <a:r>
              <a:rPr lang="en-US" dirty="0"/>
              <a:t> – checks if </a:t>
            </a:r>
          </a:p>
          <a:p>
            <a:pPr marL="0" indent="0">
              <a:buNone/>
            </a:pPr>
            <a:r>
              <a:rPr lang="en-US" dirty="0"/>
              <a:t>   the guess is correct</a:t>
            </a:r>
          </a:p>
          <a:p>
            <a:r>
              <a:rPr lang="en-US" dirty="0"/>
              <a:t> </a:t>
            </a:r>
            <a:r>
              <a:rPr lang="en-US" dirty="0" err="1">
                <a:solidFill>
                  <a:schemeClr val="accent5">
                    <a:lumMod val="60000"/>
                    <a:lumOff val="40000"/>
                  </a:schemeClr>
                </a:solidFill>
              </a:rPr>
              <a:t>createBoard</a:t>
            </a:r>
            <a:r>
              <a:rPr lang="en-US" dirty="0">
                <a:solidFill>
                  <a:srgbClr val="FFC000"/>
                </a:solidFill>
              </a:rPr>
              <a:t>()</a:t>
            </a:r>
            <a:r>
              <a:rPr lang="en-US" dirty="0"/>
              <a:t> builds the grid</a:t>
            </a:r>
          </a:p>
          <a:p>
            <a:r>
              <a:rPr lang="en-US" dirty="0"/>
              <a:t> </a:t>
            </a:r>
            <a:r>
              <a:rPr lang="en-US" dirty="0" err="1">
                <a:solidFill>
                  <a:schemeClr val="accent5">
                    <a:lumMod val="60000"/>
                    <a:lumOff val="40000"/>
                  </a:schemeClr>
                </a:solidFill>
              </a:rPr>
              <a:t>getCell</a:t>
            </a:r>
            <a:r>
              <a:rPr lang="en-US" dirty="0">
                <a:solidFill>
                  <a:srgbClr val="FFC000"/>
                </a:solidFill>
              </a:rPr>
              <a:t>()</a:t>
            </a:r>
            <a:r>
              <a:rPr lang="en-US" dirty="0"/>
              <a:t> – finds a specific tile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26228F-BCED-2D37-1D90-6A2BD2C35F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1612" y="3735436"/>
            <a:ext cx="6073396" cy="2552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1122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65175-F85E-5F5F-979B-318085573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JavaScript objects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AD020-A1A6-B3D4-85EE-C91A4D638A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An object is a structured collection of related  data stored in key-value pairs.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game</a:t>
            </a:r>
            <a:r>
              <a:rPr lang="en-US" dirty="0"/>
              <a:t> is an object</a:t>
            </a:r>
          </a:p>
          <a:p>
            <a:r>
              <a:rPr lang="en-US" dirty="0"/>
              <a:t>It acts as a container, grouping multiple things and allowing easy access to individual pieces, for example </a:t>
            </a:r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game</a:t>
            </a:r>
            <a:r>
              <a:rPr lang="en-US" dirty="0" err="1"/>
              <a:t>.solutionWords</a:t>
            </a:r>
            <a:endParaRPr lang="en-N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BD806C-785B-D138-37A9-BC65EF0FC4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5693" y="4520771"/>
            <a:ext cx="7652307" cy="16293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194623-1213-C444-CA75-6617B9272C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5693" y="6198885"/>
            <a:ext cx="7648191" cy="641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884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E19D9-4FA5-D20E-91B1-4F7C210A0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Differences between elements and objects</a:t>
            </a:r>
            <a:endParaRPr lang="en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384665-187B-FDF8-81D8-F2326BA2EB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JavaScript Object</a:t>
            </a:r>
            <a:endParaRPr lang="en-NL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5496C8-F09A-4A9A-912F-99B87DA1120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Stores data and logic</a:t>
            </a:r>
          </a:p>
          <a:p>
            <a:r>
              <a:rPr lang="en-US" dirty="0"/>
              <a:t>Exists in JavaScript memory</a:t>
            </a:r>
          </a:p>
          <a:p>
            <a:r>
              <a:rPr lang="en-US" dirty="0"/>
              <a:t>Is more of a backstage worker, for example:  word lists</a:t>
            </a:r>
            <a:endParaRPr lang="en-N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181930D-9129-F782-61F9-B15A78428B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HTML Element</a:t>
            </a:r>
            <a:endParaRPr lang="en-NL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97C52BC-3C22-58D4-DAC5-0BDE417D1D0C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Displays content</a:t>
            </a:r>
          </a:p>
          <a:p>
            <a:r>
              <a:rPr lang="en-US" dirty="0"/>
              <a:t>Exists on the webpage</a:t>
            </a:r>
          </a:p>
          <a:p>
            <a:r>
              <a:rPr lang="en-US" dirty="0"/>
              <a:t>Visible UI and such rather than complex things.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9140147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AE396EF-07B0-1E67-4D85-3AF7C2F13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</a:t>
            </a:r>
            <a:endParaRPr lang="en-NL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E488527-EBD0-6297-E139-03FBC82F14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ALT + TAB x 2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9916741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27A48B2-6924-E8BA-D96D-0CC2F87A52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en-NL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C3E14E7-A5EC-B162-AECB-C77D5A3390F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for listening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5888122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297</Words>
  <Application>Microsoft Office PowerPoint</Application>
  <PresentationFormat>Widescreen</PresentationFormat>
  <Paragraphs>53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Lingo game</vt:lpstr>
      <vt:lpstr>HTML</vt:lpstr>
      <vt:lpstr>Elements</vt:lpstr>
      <vt:lpstr>Connection JavaScript + CSS with HTML</vt:lpstr>
      <vt:lpstr>JavaScript functions</vt:lpstr>
      <vt:lpstr>JavaScript objects</vt:lpstr>
      <vt:lpstr>Differences between elements and objects</vt:lpstr>
      <vt:lpstr>Code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 Ibryamov</dc:creator>
  <cp:lastModifiedBy>Ali Ibryamov</cp:lastModifiedBy>
  <cp:revision>2</cp:revision>
  <dcterms:created xsi:type="dcterms:W3CDTF">2026-06-07T14:11:40Z</dcterms:created>
  <dcterms:modified xsi:type="dcterms:W3CDTF">2026-06-08T08:49:20Z</dcterms:modified>
</cp:coreProperties>
</file>